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4627" y="491133"/>
            <a:ext cx="10632292" cy="535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B342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Scenario A: 「大晦日・元日」で行き場に困った！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928" y="1116211"/>
            <a:ext cx="10632292" cy="357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42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多くの施設が閉まっていても大丈夫。年末年始も休まず営業している救世主スポットです。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2239" y="1589484"/>
            <a:ext cx="3296011" cy="45541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hot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239" y="1792535"/>
            <a:ext cx="3296011" cy="16834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723" y="3661172"/>
            <a:ext cx="2977042" cy="625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霞ヶ浦 どうぶつとみんなの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いえ（行方市）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723" y="4509492"/>
            <a:ext cx="2977042" cy="1544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強み：年末年始も無休！屋内エリアで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カピバラやウサギとまったり触れ合え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ます。3歳児が飽きずに過ごせるちょ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うど良い規模感。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特別営業：隣接の「虹の塔」は元日の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み6:00から早朝営業あり。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47842" y="1589484"/>
            <a:ext cx="3287150" cy="45541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data/phot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842" y="1792535"/>
            <a:ext cx="3287150" cy="16834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7327" y="3661172"/>
            <a:ext cx="2968182" cy="625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イオンモール土浦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07327" y="4375547"/>
            <a:ext cx="2968182" cy="16787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強み：ランチ難民になった時の最終拠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点。フードコートやレストランが充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実。モーリーファンタジー等の屋内遊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び場もあり、寒さからの完璧な避難所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になります。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04586" y="1589484"/>
            <a:ext cx="3296011" cy="45541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mnt/data/photo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586" y="1792535"/>
            <a:ext cx="3296011" cy="16834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4070" y="3661172"/>
            <a:ext cx="2977042" cy="625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水郷桜イルミネーション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（土浦市）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64070" y="4375547"/>
            <a:ext cx="2977042" cy="16787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強み：12/31の夜はオールナイト点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灯。夕食後、少しだけ夜の特別な雰囲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気を味わうのに最適。17時台の点灯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直後を狙えば、混雑と寒さを避けられ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ます。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031003" y="6572250"/>
            <a:ext cx="1063229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2025-12-15T00:43:08Z</dcterms:created>
  <dcterms:modified xsi:type="dcterms:W3CDTF">2025-12-15T00:43:08Z</dcterms:modified>
</cp:coreProperties>
</file>